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57" r:id="rId5"/>
    <p:sldId id="259" r:id="rId6"/>
    <p:sldId id="258" r:id="rId7"/>
    <p:sldId id="262" r:id="rId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>
        <p:scale>
          <a:sx n="100" d="100"/>
          <a:sy n="100" d="100"/>
        </p:scale>
        <p:origin x="36" y="-4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5A556-EFE6-48AD-97EC-C63E65BB2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DAFC160-DD55-4537-8010-6A31FC89A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6419146-07E6-428B-81E0-5D83FFE5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7B5218C-4422-490C-BE59-59FDBE40E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D624CD1-8D67-47F6-9D42-32CE83FA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9200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0782A-DFD2-47AD-A6B7-D793769E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2112FC0-4F88-4622-A967-6600BBA60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6B4DA1E-AA3B-40C6-9AF0-89D59EDB7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4EC0FD1-F644-4959-BDF7-7BB1C464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4EEEC6F-2D06-4895-BA46-4BC8DC29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8811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71D7DE-AB45-44EF-8579-0C4F2F538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5E0650F-8B5F-47D0-8F1C-4F1836D21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43AAAB0-84EF-4803-86BB-AAA01C082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1D74E03-FFB2-4D66-A3A2-04BE25A72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18BB2C0-3CE7-44D6-8A00-236EBD71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656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9684F-DC57-4A73-8DBB-BD1D06744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EDD5BA4-E307-4F7E-A5B2-38B04A5D8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369B19C-A578-422C-9889-2F5D51D7E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58FD789-F55F-4C7B-AEE6-1A72662C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02E2EAD-9B70-4C1A-8676-B9047276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E5D39C6-F3BE-4D3A-8F95-D3CBDBE4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93701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4A091-85C2-4ACE-9292-D7DB5A33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130A1FD-3AC8-4357-85FC-23BFF9DD2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F6FFE0D-7082-4A42-8A6F-C7F40BAA0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6177DF2-BA8A-4728-8259-399A5D13A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F05634B6-6F2E-4C13-8CFA-9378D989CB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C58579BE-18CF-41E0-8269-F749C8987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44417EF-8425-4094-9C44-DF1714EBD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4BEA213-A1A8-471B-A606-46A7EB96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0647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4DA79-926D-48A4-B1E8-186D761D0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635EF2C8-A240-4518-9BE9-EC9FB6C2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1DA556B2-66ED-4887-9872-E82963BB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D20F84F-F579-4D6D-90E7-B0EA904A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9484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73AD3CD-EC2A-43E5-824A-5C1EF379E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5BB1276-7665-429D-BBC7-C8975024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A5FB018-C5D3-4452-A1B9-BEC4C303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945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33EFA-17DF-422D-926A-706679A91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DBFF6C7-D6DB-49D5-A8D8-A249778A5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481456D-7A34-470A-A025-78ACB1A2E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B68756F-3BB3-415A-8B60-31004E03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A2020B1-2EA3-42C3-B658-BB69D316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6AC33A8-42E0-4C6A-9B19-59CFC72CC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3696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3E2DF-9E04-4474-94C4-FC5C532A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8033F60-5DBB-4ED5-AB34-D4E3C97585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0738F3F-7C07-4095-BD34-A8286EDD8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572BEBC-692E-4394-9BF7-5132C3356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B7D54DF-7B88-4D39-BF2D-C5F01DFF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FEB45A3-6142-449B-BE23-F0A9BFC3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8859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39C8F2-2F29-4B12-9228-1378AA6CE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7849101-0621-4015-99ED-C9C709BD7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FD4F025-0E8E-4A83-B9BE-1E842CC9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2B1B555-E627-4B04-BB8E-156D90F6F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C58FD2E-237C-4D20-A31C-7680F5D3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0052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6A95D0D-ADBA-481F-B2C7-8DB87E1E17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D4D1424-14F1-4006-AE29-0B306DE3D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72C257D-FF44-42F8-9F96-CE484282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252B6BA-0E05-4A0E-BF4D-E0CB8712D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10BE18C-18DF-4CA4-9BAC-11B32F57D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037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E34BA9C-5978-444D-B6C1-E0FB2541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031E5F3-B454-497E-8FA8-E34530410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7578BCA-B89A-47B4-916A-89BDB9A01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9D8D3-6067-4686-8A9E-C9657D4D7D0F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7A6B0DE-46E5-4D25-8C20-0D4840CE6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F20CC00-EF6F-441F-9F30-735187922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32758-5413-4BE5-B2FF-5E22468AAC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21306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74DC68-8D20-4347-9F3E-34CC31AB1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87450"/>
          </a:xfrm>
        </p:spPr>
        <p:txBody>
          <a:bodyPr>
            <a:normAutofit/>
          </a:bodyPr>
          <a:lstStyle/>
          <a:p>
            <a:r>
              <a:rPr lang="uk-UA"/>
              <a:t>Календарний  </a:t>
            </a:r>
            <a:r>
              <a:rPr lang="uk-UA" dirty="0"/>
              <a:t>план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5125574-FC5E-4E10-8642-D05C58BDC1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Курс Лекцій з дисципліни </a:t>
            </a:r>
          </a:p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</a:t>
            </a:r>
            <a:r>
              <a:rPr lang="uk-UA" b="1" dirty="0"/>
              <a:t>Фінансування наукових досліджень, грантова діяльність</a:t>
            </a:r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»</a:t>
            </a:r>
          </a:p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аспірантів КНУБА</a:t>
            </a:r>
          </a:p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Проф. </a:t>
            </a:r>
            <a:r>
              <a:rPr lang="uk-UA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Петраковська</a:t>
            </a:r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О.С.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69759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1A542-6CD7-4B5C-AFAB-BD80C0488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Структура </a:t>
            </a:r>
            <a:r>
              <a:rPr lang="en-GB" dirty="0"/>
              <a:t>Work plan 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FF30326-980E-40F6-99D6-8B76398F4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5" y="1452563"/>
            <a:ext cx="10601325" cy="5086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Work plan </a:t>
            </a:r>
            <a:r>
              <a:rPr lang="uk-UA" dirty="0"/>
              <a:t>розробляється для забезпечення чіткої організації та ефективної реалізації </a:t>
            </a:r>
            <a:r>
              <a:rPr lang="uk-UA" dirty="0" err="1"/>
              <a:t>проєкту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Наявність плану дозволяє координувати процеси, контролювати прогрес, своєчасно реагувати на ризики та забезпечувати досягнення поставлених цілей у визначені строки. </a:t>
            </a:r>
          </a:p>
          <a:p>
            <a:pPr marL="0" indent="0">
              <a:buNone/>
            </a:pPr>
            <a:r>
              <a:rPr lang="uk-UA" dirty="0"/>
              <a:t>Також </a:t>
            </a:r>
            <a:r>
              <a:rPr lang="en-GB" dirty="0"/>
              <a:t>Work plan </a:t>
            </a:r>
            <a:r>
              <a:rPr lang="uk-UA" dirty="0"/>
              <a:t> використовується при проведенні</a:t>
            </a:r>
          </a:p>
          <a:p>
            <a:pPr marL="0" indent="0">
              <a:buNone/>
            </a:pPr>
            <a:r>
              <a:rPr lang="uk-UA" dirty="0"/>
              <a:t>Внутрішнього та зовнішнього моніторингу.</a:t>
            </a:r>
          </a:p>
        </p:txBody>
      </p:sp>
    </p:spTree>
    <p:extLst>
      <p:ext uri="{BB962C8B-B14F-4D97-AF65-F5344CB8AC3E}">
        <p14:creationId xmlns:p14="http://schemas.microsoft.com/office/powerpoint/2010/main" val="316071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8EAA2-3FAE-4129-9341-9A83962E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E91CABB-8940-408C-8C3D-D1D47A5F8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Work plan </a:t>
            </a:r>
            <a:r>
              <a:rPr lang="uk-UA" dirty="0"/>
              <a:t>визначає логіку реалізації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uk-UA" dirty="0"/>
              <a:t>послідовність виконання завдань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uk-UA" dirty="0"/>
              <a:t>терміни виконання завдань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uk-UA" dirty="0"/>
              <a:t>розподіл відповідальності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uk-UA" dirty="0"/>
              <a:t>очікувані результати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6090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A2BC94-D38E-4D50-B922-2FD1446E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1</a:t>
            </a:r>
          </a:p>
        </p:txBody>
      </p:sp>
      <p:pic>
        <p:nvPicPr>
          <p:cNvPr id="9" name="Місце для вмісту 8">
            <a:extLst>
              <a:ext uri="{FF2B5EF4-FFF2-40B4-BE49-F238E27FC236}">
                <a16:creationId xmlns:a16="http://schemas.microsoft.com/office/drawing/2014/main" id="{7E157305-CC95-41F3-A57D-C4E06B852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992" y="1825625"/>
            <a:ext cx="10442015" cy="4351338"/>
          </a:xfrm>
        </p:spPr>
      </p:pic>
    </p:spTree>
    <p:extLst>
      <p:ext uri="{BB962C8B-B14F-4D97-AF65-F5344CB8AC3E}">
        <p14:creationId xmlns:p14="http://schemas.microsoft.com/office/powerpoint/2010/main" val="1011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E4C74F-37F9-4E2E-AD28-0589BD16F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1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60CE1C05-D465-4844-A1EC-020C30252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0905" y="1825625"/>
            <a:ext cx="8690189" cy="4351338"/>
          </a:xfrm>
        </p:spPr>
      </p:pic>
    </p:spTree>
    <p:extLst>
      <p:ext uri="{BB962C8B-B14F-4D97-AF65-F5344CB8AC3E}">
        <p14:creationId xmlns:p14="http://schemas.microsoft.com/office/powerpoint/2010/main" val="1128356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94A58-6095-4AA5-BEC2-264BEBAC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2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B6B5BF6D-C7CE-4C29-AF23-7EFDB8A52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772" y="1478643"/>
            <a:ext cx="4410253" cy="4351338"/>
          </a:xfrm>
        </p:spPr>
      </p:pic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C6F31C89-9C6B-461D-B3D9-F099190B6514}"/>
              </a:ext>
            </a:extLst>
          </p:cNvPr>
          <p:cNvSpPr/>
          <p:nvPr/>
        </p:nvSpPr>
        <p:spPr>
          <a:xfrm>
            <a:off x="5546271" y="1937658"/>
            <a:ext cx="6297386" cy="4626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k-UA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 № / WP No.: 1</a:t>
            </a:r>
          </a:p>
          <a:p>
            <a:r>
              <a:rPr lang="uk-UA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Назва ПР / WP title: Дослідження та систематизація сучасних міграційних процесів / Investigation and systematization of current migration processes</a:t>
            </a:r>
          </a:p>
          <a:p>
            <a:r>
              <a:rPr lang="uk-UA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Цілі ПР / WP objectives: Виявлення особливостей міграційних процесів в Литві та Україні / Identification of features of migration processes in Latvia and Ukraine </a:t>
            </a:r>
          </a:p>
          <a:p>
            <a:r>
              <a:rPr lang="uk-UA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Заплановані завдання ПР та їх розподіл серед партнерів проєкту / WP planned tasks and their distribution among the Project Partners:</a:t>
            </a:r>
          </a:p>
          <a:p>
            <a:r>
              <a:rPr lang="uk-UA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1.1 Проаналізувати міграційні процеси в Латвії (Відповідальний: литовський партнер). / To analyse the current migration processes in Latvia (Responsible: Latvian partner).</a:t>
            </a:r>
          </a:p>
          <a:p>
            <a:r>
              <a:rPr lang="uk-UA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1.2 Проаналізувати міграційні процеси в Україні (Відповідальний: український партнер). / To analyse the current migration processes in Ukraine (Responsible: Ukrainian partner).</a:t>
            </a:r>
          </a:p>
          <a:p>
            <a:r>
              <a:rPr lang="uk-UA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1.3 Виявлення особливостей міграційних процесів в Литві та Україні, узагальнення подібностей та їх відмінностей, виявоення передумов особливостей міграційних процесів (Відповідальний: литовський та український партнери). / Identification of features of migration processes in Latvia and Ukraine and generalization of similarities and their differences (Responsible: Latvian and Ukrainian partner).</a:t>
            </a:r>
          </a:p>
          <a:p>
            <a:r>
              <a:rPr lang="uk-UA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1.4 Узагальнити та структурувати різні типи міграції (Відповідальний: литовський та український партнери). / To summarize and structure the different types of migration (Responsible: Latvian and Ukrainian partner).</a:t>
            </a:r>
          </a:p>
        </p:txBody>
      </p:sp>
    </p:spTree>
    <p:extLst>
      <p:ext uri="{BB962C8B-B14F-4D97-AF65-F5344CB8AC3E}">
        <p14:creationId xmlns:p14="http://schemas.microsoft.com/office/powerpoint/2010/main" val="1571166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CBFD4-7DB9-43D2-AEED-044A8560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Питання для самоконтролю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31D172-6B9C-4F35-A336-954559A40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uk-UA" dirty="0"/>
              <a:t>Для чого складається робочій план.</a:t>
            </a:r>
          </a:p>
          <a:p>
            <a:pPr marL="514350" indent="-514350">
              <a:buFont typeface="+mj-lt"/>
              <a:buAutoNum type="arabicPeriod"/>
            </a:pPr>
            <a:r>
              <a:rPr lang="uk-UA" dirty="0"/>
              <a:t>Яка інформація відображається в робочому плану.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453010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325</Words>
  <Application>Microsoft Office PowerPoint</Application>
  <PresentationFormat>Широкий екран</PresentationFormat>
  <Paragraphs>29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Тема Office</vt:lpstr>
      <vt:lpstr>Календарний  план</vt:lpstr>
      <vt:lpstr>Структура Work plan </vt:lpstr>
      <vt:lpstr>Презентація PowerPoint</vt:lpstr>
      <vt:lpstr>Приклад 1</vt:lpstr>
      <vt:lpstr>Приклад 1</vt:lpstr>
      <vt:lpstr>Приклад 2</vt:lpstr>
      <vt:lpstr>Питання для самоконтролю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Ольга Петраковская</dc:creator>
  <cp:lastModifiedBy>Ольга Петраковская</cp:lastModifiedBy>
  <cp:revision>9</cp:revision>
  <dcterms:created xsi:type="dcterms:W3CDTF">2026-04-06T12:55:07Z</dcterms:created>
  <dcterms:modified xsi:type="dcterms:W3CDTF">2026-04-06T17:27:28Z</dcterms:modified>
</cp:coreProperties>
</file>